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7" r:id="rId11"/>
    <p:sldId id="264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76985A-AD8A-4FC7-80B3-EE6BD670AAFE}" v="1153" dt="2026-05-20T19:44:11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A57A5-1BC6-4660-927E-709EB004760A}" type="doc">
      <dgm:prSet loTypeId="urn:microsoft.com/office/officeart/2005/8/layout/hierarchy1" loCatId="hierarchy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159AA46-42A5-4E19-977E-36358C023381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200">
              <a:latin typeface="Aptos" panose="020B0004020202020204"/>
              <a:ea typeface="+mn-ea"/>
              <a:cs typeface="+mn-cs"/>
            </a:rPr>
            <a:t>Entities:</a:t>
          </a:r>
        </a:p>
      </dgm:t>
    </dgm:pt>
    <dgm:pt modelId="{A0D1137C-8B55-4F04-B7A2-911180535114}" type="parTrans" cxnId="{567A4544-DE9C-49A0-AEC5-F9016CD7F717}">
      <dgm:prSet/>
      <dgm:spPr/>
      <dgm:t>
        <a:bodyPr/>
        <a:lstStyle/>
        <a:p>
          <a:endParaRPr lang="en-US"/>
        </a:p>
      </dgm:t>
    </dgm:pt>
    <dgm:pt modelId="{EC36DBA5-1B9A-4109-A199-5AC60BF967B9}" type="sibTrans" cxnId="{567A4544-DE9C-49A0-AEC5-F9016CD7F717}">
      <dgm:prSet/>
      <dgm:spPr/>
      <dgm:t>
        <a:bodyPr/>
        <a:lstStyle/>
        <a:p>
          <a:endParaRPr lang="en-US"/>
        </a:p>
      </dgm:t>
    </dgm:pt>
    <dgm:pt modelId="{3F6D7437-D71F-49B5-B744-6DF85BF28F48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200">
              <a:latin typeface="Aptos" panose="020B0004020202020204"/>
              <a:ea typeface="+mn-ea"/>
              <a:cs typeface="+mn-cs"/>
            </a:rPr>
            <a:t>User </a:t>
          </a:r>
        </a:p>
      </dgm:t>
    </dgm:pt>
    <dgm:pt modelId="{886559F3-F3BB-4AD1-A61D-FC058874F4E4}" type="parTrans" cxnId="{FE054F0D-059F-4B04-9C16-2BDC3FAA74B2}">
      <dgm:prSet/>
      <dgm:spPr/>
      <dgm:t>
        <a:bodyPr/>
        <a:lstStyle/>
        <a:p>
          <a:endParaRPr lang="en-US"/>
        </a:p>
      </dgm:t>
    </dgm:pt>
    <dgm:pt modelId="{6B66E4F1-70FD-4936-B2BF-BA5F30F71CA1}" type="sibTrans" cxnId="{FE054F0D-059F-4B04-9C16-2BDC3FAA74B2}">
      <dgm:prSet/>
      <dgm:spPr/>
      <dgm:t>
        <a:bodyPr/>
        <a:lstStyle/>
        <a:p>
          <a:endParaRPr lang="en-US"/>
        </a:p>
      </dgm:t>
    </dgm:pt>
    <dgm:pt modelId="{D26AD925-C2BF-42F3-8488-9639C79A31BA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200">
              <a:latin typeface="Aptos" panose="020B0004020202020204"/>
              <a:ea typeface="+mn-ea"/>
              <a:cs typeface="+mn-cs"/>
            </a:rPr>
            <a:t>Property </a:t>
          </a:r>
        </a:p>
      </dgm:t>
    </dgm:pt>
    <dgm:pt modelId="{589D6F5F-9DFC-4379-AE7D-EB4388D134DF}" type="parTrans" cxnId="{F14F4A6F-9FC5-4D10-96D7-3B598F5A4D52}">
      <dgm:prSet/>
      <dgm:spPr/>
      <dgm:t>
        <a:bodyPr/>
        <a:lstStyle/>
        <a:p>
          <a:endParaRPr lang="en-US"/>
        </a:p>
      </dgm:t>
    </dgm:pt>
    <dgm:pt modelId="{55A7FD2D-CAB0-48C1-A8D6-849AB80572A2}" type="sibTrans" cxnId="{F14F4A6F-9FC5-4D10-96D7-3B598F5A4D52}">
      <dgm:prSet/>
      <dgm:spPr/>
      <dgm:t>
        <a:bodyPr/>
        <a:lstStyle/>
        <a:p>
          <a:endParaRPr lang="en-US"/>
        </a:p>
      </dgm:t>
    </dgm:pt>
    <dgm:pt modelId="{7A7A73D6-9B26-45E7-9A30-19AF7DF1684B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200">
              <a:latin typeface="Aptos" panose="020B0004020202020204"/>
              <a:ea typeface="+mn-ea"/>
              <a:cs typeface="+mn-cs"/>
            </a:rPr>
            <a:t>Location </a:t>
          </a:r>
        </a:p>
      </dgm:t>
    </dgm:pt>
    <dgm:pt modelId="{C0867645-0FDE-4F0E-88A5-8A8E5AE9C7DA}" type="parTrans" cxnId="{34A4FCD3-81FE-4E04-8783-2C89A4683C76}">
      <dgm:prSet/>
      <dgm:spPr/>
      <dgm:t>
        <a:bodyPr/>
        <a:lstStyle/>
        <a:p>
          <a:endParaRPr lang="en-US"/>
        </a:p>
      </dgm:t>
    </dgm:pt>
    <dgm:pt modelId="{893310FE-A04A-4FCB-B1E7-FC559E414F37}" type="sibTrans" cxnId="{34A4FCD3-81FE-4E04-8783-2C89A4683C76}">
      <dgm:prSet/>
      <dgm:spPr/>
      <dgm:t>
        <a:bodyPr/>
        <a:lstStyle/>
        <a:p>
          <a:endParaRPr lang="en-US"/>
        </a:p>
      </dgm:t>
    </dgm:pt>
    <dgm:pt modelId="{8920FA98-34BE-4D2B-843B-972BBDC46D88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200" dirty="0">
              <a:latin typeface="Aptos"/>
              <a:ea typeface="+mn-ea"/>
              <a:cs typeface="+mn-cs"/>
            </a:rPr>
            <a:t>Property Photo</a:t>
          </a:r>
        </a:p>
      </dgm:t>
    </dgm:pt>
    <dgm:pt modelId="{6449AF0D-5FBE-43FA-8003-FDFC8CDA1884}" type="parTrans" cxnId="{D72FA6AA-F7AD-41D5-A904-183E95FABFCC}">
      <dgm:prSet/>
      <dgm:spPr/>
      <dgm:t>
        <a:bodyPr/>
        <a:lstStyle/>
        <a:p>
          <a:endParaRPr lang="en-US"/>
        </a:p>
      </dgm:t>
    </dgm:pt>
    <dgm:pt modelId="{3B5107FB-9D5C-40F3-9835-A728CB62CAE5}" type="sibTrans" cxnId="{D72FA6AA-F7AD-41D5-A904-183E95FABFCC}">
      <dgm:prSet/>
      <dgm:spPr/>
      <dgm:t>
        <a:bodyPr/>
        <a:lstStyle/>
        <a:p>
          <a:endParaRPr lang="en-US"/>
        </a:p>
      </dgm:t>
    </dgm:pt>
    <dgm:pt modelId="{CDA2F36F-727D-4F3E-AD11-05F73445667C}" type="pres">
      <dgm:prSet presAssocID="{E7CA57A5-1BC6-4660-927E-709EB004760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EE9D9E-4C61-4CBF-96A1-C3A3FCC85EEE}" type="pres">
      <dgm:prSet presAssocID="{A159AA46-42A5-4E19-977E-36358C023381}" presName="hierRoot1" presStyleCnt="0"/>
      <dgm:spPr/>
    </dgm:pt>
    <dgm:pt modelId="{B23E82BA-50AD-468A-A7BD-4AC96B36F9B2}" type="pres">
      <dgm:prSet presAssocID="{A159AA46-42A5-4E19-977E-36358C023381}" presName="composite" presStyleCnt="0"/>
      <dgm:spPr/>
    </dgm:pt>
    <dgm:pt modelId="{57207481-01C8-4F34-8F68-89E3BB04E50C}" type="pres">
      <dgm:prSet presAssocID="{A159AA46-42A5-4E19-977E-36358C023381}" presName="background" presStyleLbl="node0" presStyleIdx="0" presStyleCnt="5"/>
      <dgm:spPr/>
    </dgm:pt>
    <dgm:pt modelId="{6357ED0A-2E64-461F-9183-0C3F365BDAB6}" type="pres">
      <dgm:prSet presAssocID="{A159AA46-42A5-4E19-977E-36358C023381}" presName="text" presStyleLbl="fgAcc0" presStyleIdx="0" presStyleCnt="5">
        <dgm:presLayoutVars>
          <dgm:chPref val="3"/>
        </dgm:presLayoutVars>
      </dgm:prSet>
      <dgm:spPr/>
    </dgm:pt>
    <dgm:pt modelId="{9414AD44-9785-4873-B3FB-39872497894F}" type="pres">
      <dgm:prSet presAssocID="{A159AA46-42A5-4E19-977E-36358C023381}" presName="hierChild2" presStyleCnt="0"/>
      <dgm:spPr/>
    </dgm:pt>
    <dgm:pt modelId="{874C1DC5-01C9-4A82-B63C-6F1ABF634916}" type="pres">
      <dgm:prSet presAssocID="{3F6D7437-D71F-49B5-B744-6DF85BF28F48}" presName="hierRoot1" presStyleCnt="0"/>
      <dgm:spPr/>
    </dgm:pt>
    <dgm:pt modelId="{2837BD2A-B1F4-4D8E-91D5-EE2DDCB136B8}" type="pres">
      <dgm:prSet presAssocID="{3F6D7437-D71F-49B5-B744-6DF85BF28F48}" presName="composite" presStyleCnt="0"/>
      <dgm:spPr/>
    </dgm:pt>
    <dgm:pt modelId="{3A9154B2-B2C5-4BD7-AFEE-DBCF350CB0F9}" type="pres">
      <dgm:prSet presAssocID="{3F6D7437-D71F-49B5-B744-6DF85BF28F48}" presName="background" presStyleLbl="node0" presStyleIdx="1" presStyleCnt="5"/>
      <dgm:spPr/>
    </dgm:pt>
    <dgm:pt modelId="{96CC029C-8093-4A1F-94AA-CF83474D715A}" type="pres">
      <dgm:prSet presAssocID="{3F6D7437-D71F-49B5-B744-6DF85BF28F48}" presName="text" presStyleLbl="fgAcc0" presStyleIdx="1" presStyleCnt="5">
        <dgm:presLayoutVars>
          <dgm:chPref val="3"/>
        </dgm:presLayoutVars>
      </dgm:prSet>
      <dgm:spPr/>
    </dgm:pt>
    <dgm:pt modelId="{44858C02-435B-48C0-81C6-2C86707E7BCB}" type="pres">
      <dgm:prSet presAssocID="{3F6D7437-D71F-49B5-B744-6DF85BF28F48}" presName="hierChild2" presStyleCnt="0"/>
      <dgm:spPr/>
    </dgm:pt>
    <dgm:pt modelId="{AFA2518C-03CE-4593-AE7E-AD2CD963B8A9}" type="pres">
      <dgm:prSet presAssocID="{D26AD925-C2BF-42F3-8488-9639C79A31BA}" presName="hierRoot1" presStyleCnt="0"/>
      <dgm:spPr/>
    </dgm:pt>
    <dgm:pt modelId="{C2982FCB-EBC2-4CD1-9CA9-D7657CA6192F}" type="pres">
      <dgm:prSet presAssocID="{D26AD925-C2BF-42F3-8488-9639C79A31BA}" presName="composite" presStyleCnt="0"/>
      <dgm:spPr/>
    </dgm:pt>
    <dgm:pt modelId="{4D0C378D-FB94-4740-A27B-F7EFFCA3F5D1}" type="pres">
      <dgm:prSet presAssocID="{D26AD925-C2BF-42F3-8488-9639C79A31BA}" presName="background" presStyleLbl="node0" presStyleIdx="2" presStyleCnt="5"/>
      <dgm:spPr/>
    </dgm:pt>
    <dgm:pt modelId="{23F46120-7A7F-45D3-9976-A3174A4EEDFC}" type="pres">
      <dgm:prSet presAssocID="{D26AD925-C2BF-42F3-8488-9639C79A31BA}" presName="text" presStyleLbl="fgAcc0" presStyleIdx="2" presStyleCnt="5">
        <dgm:presLayoutVars>
          <dgm:chPref val="3"/>
        </dgm:presLayoutVars>
      </dgm:prSet>
      <dgm:spPr/>
    </dgm:pt>
    <dgm:pt modelId="{FAA9CA2E-F81F-472C-80B4-396BA9F99869}" type="pres">
      <dgm:prSet presAssocID="{D26AD925-C2BF-42F3-8488-9639C79A31BA}" presName="hierChild2" presStyleCnt="0"/>
      <dgm:spPr/>
    </dgm:pt>
    <dgm:pt modelId="{0DA06090-C48D-4E18-A4BF-7CB06374CDA4}" type="pres">
      <dgm:prSet presAssocID="{7A7A73D6-9B26-45E7-9A30-19AF7DF1684B}" presName="hierRoot1" presStyleCnt="0"/>
      <dgm:spPr/>
    </dgm:pt>
    <dgm:pt modelId="{A3152B36-9DB2-4F4B-BAC6-DBA31036C212}" type="pres">
      <dgm:prSet presAssocID="{7A7A73D6-9B26-45E7-9A30-19AF7DF1684B}" presName="composite" presStyleCnt="0"/>
      <dgm:spPr/>
    </dgm:pt>
    <dgm:pt modelId="{4B0FE924-9575-4970-981E-5D97A3BE3492}" type="pres">
      <dgm:prSet presAssocID="{7A7A73D6-9B26-45E7-9A30-19AF7DF1684B}" presName="background" presStyleLbl="node0" presStyleIdx="3" presStyleCnt="5"/>
      <dgm:spPr/>
    </dgm:pt>
    <dgm:pt modelId="{6EE67AD7-43F4-4A0A-8D50-993BF0D9F5CC}" type="pres">
      <dgm:prSet presAssocID="{7A7A73D6-9B26-45E7-9A30-19AF7DF1684B}" presName="text" presStyleLbl="fgAcc0" presStyleIdx="3" presStyleCnt="5">
        <dgm:presLayoutVars>
          <dgm:chPref val="3"/>
        </dgm:presLayoutVars>
      </dgm:prSet>
      <dgm:spPr/>
    </dgm:pt>
    <dgm:pt modelId="{FC460C51-D612-4EAF-9599-F304EF8D5F73}" type="pres">
      <dgm:prSet presAssocID="{7A7A73D6-9B26-45E7-9A30-19AF7DF1684B}" presName="hierChild2" presStyleCnt="0"/>
      <dgm:spPr/>
    </dgm:pt>
    <dgm:pt modelId="{2CCED727-9C41-41B0-8C26-C7B259AA469E}" type="pres">
      <dgm:prSet presAssocID="{8920FA98-34BE-4D2B-843B-972BBDC46D88}" presName="hierRoot1" presStyleCnt="0"/>
      <dgm:spPr/>
    </dgm:pt>
    <dgm:pt modelId="{FD10FE3C-480A-4B58-AA2A-D571E78159EE}" type="pres">
      <dgm:prSet presAssocID="{8920FA98-34BE-4D2B-843B-972BBDC46D88}" presName="composite" presStyleCnt="0"/>
      <dgm:spPr/>
    </dgm:pt>
    <dgm:pt modelId="{009AA01B-8600-422E-AB74-D31B48E365C2}" type="pres">
      <dgm:prSet presAssocID="{8920FA98-34BE-4D2B-843B-972BBDC46D88}" presName="background" presStyleLbl="node0" presStyleIdx="4" presStyleCnt="5"/>
      <dgm:spPr/>
    </dgm:pt>
    <dgm:pt modelId="{57C2DAF4-BDE2-48C2-8B21-9548F791A25D}" type="pres">
      <dgm:prSet presAssocID="{8920FA98-34BE-4D2B-843B-972BBDC46D88}" presName="text" presStyleLbl="fgAcc0" presStyleIdx="4" presStyleCnt="5">
        <dgm:presLayoutVars>
          <dgm:chPref val="3"/>
        </dgm:presLayoutVars>
      </dgm:prSet>
      <dgm:spPr/>
    </dgm:pt>
    <dgm:pt modelId="{1ABE7F54-8588-41AE-8B18-0EA4BB75B768}" type="pres">
      <dgm:prSet presAssocID="{8920FA98-34BE-4D2B-843B-972BBDC46D88}" presName="hierChild2" presStyleCnt="0"/>
      <dgm:spPr/>
    </dgm:pt>
  </dgm:ptLst>
  <dgm:cxnLst>
    <dgm:cxn modelId="{4D4B6607-956E-4BDB-A185-D82CEA735C69}" type="presOf" srcId="{7A7A73D6-9B26-45E7-9A30-19AF7DF1684B}" destId="{6EE67AD7-43F4-4A0A-8D50-993BF0D9F5CC}" srcOrd="0" destOrd="0" presId="urn:microsoft.com/office/officeart/2005/8/layout/hierarchy1"/>
    <dgm:cxn modelId="{FE054F0D-059F-4B04-9C16-2BDC3FAA74B2}" srcId="{E7CA57A5-1BC6-4660-927E-709EB004760A}" destId="{3F6D7437-D71F-49B5-B744-6DF85BF28F48}" srcOrd="1" destOrd="0" parTransId="{886559F3-F3BB-4AD1-A61D-FC058874F4E4}" sibTransId="{6B66E4F1-70FD-4936-B2BF-BA5F30F71CA1}"/>
    <dgm:cxn modelId="{2551FA1D-6E78-49E5-8D41-DAEE0F55AA7E}" type="presOf" srcId="{D26AD925-C2BF-42F3-8488-9639C79A31BA}" destId="{23F46120-7A7F-45D3-9976-A3174A4EEDFC}" srcOrd="0" destOrd="0" presId="urn:microsoft.com/office/officeart/2005/8/layout/hierarchy1"/>
    <dgm:cxn modelId="{DFA70421-BF3C-4932-9F7D-92F5EFB494F4}" type="presOf" srcId="{E7CA57A5-1BC6-4660-927E-709EB004760A}" destId="{CDA2F36F-727D-4F3E-AD11-05F73445667C}" srcOrd="0" destOrd="0" presId="urn:microsoft.com/office/officeart/2005/8/layout/hierarchy1"/>
    <dgm:cxn modelId="{567A4544-DE9C-49A0-AEC5-F9016CD7F717}" srcId="{E7CA57A5-1BC6-4660-927E-709EB004760A}" destId="{A159AA46-42A5-4E19-977E-36358C023381}" srcOrd="0" destOrd="0" parTransId="{A0D1137C-8B55-4F04-B7A2-911180535114}" sibTransId="{EC36DBA5-1B9A-4109-A199-5AC60BF967B9}"/>
    <dgm:cxn modelId="{DF6FA465-39FF-475A-8A6F-B2450B1CD485}" type="presOf" srcId="{A159AA46-42A5-4E19-977E-36358C023381}" destId="{6357ED0A-2E64-461F-9183-0C3F365BDAB6}" srcOrd="0" destOrd="0" presId="urn:microsoft.com/office/officeart/2005/8/layout/hierarchy1"/>
    <dgm:cxn modelId="{F14F4A6F-9FC5-4D10-96D7-3B598F5A4D52}" srcId="{E7CA57A5-1BC6-4660-927E-709EB004760A}" destId="{D26AD925-C2BF-42F3-8488-9639C79A31BA}" srcOrd="2" destOrd="0" parTransId="{589D6F5F-9DFC-4379-AE7D-EB4388D134DF}" sibTransId="{55A7FD2D-CAB0-48C1-A8D6-849AB80572A2}"/>
    <dgm:cxn modelId="{4D8B6376-3DC4-41EB-98C1-621F5CA31444}" type="presOf" srcId="{3F6D7437-D71F-49B5-B744-6DF85BF28F48}" destId="{96CC029C-8093-4A1F-94AA-CF83474D715A}" srcOrd="0" destOrd="0" presId="urn:microsoft.com/office/officeart/2005/8/layout/hierarchy1"/>
    <dgm:cxn modelId="{D72FA6AA-F7AD-41D5-A904-183E95FABFCC}" srcId="{E7CA57A5-1BC6-4660-927E-709EB004760A}" destId="{8920FA98-34BE-4D2B-843B-972BBDC46D88}" srcOrd="4" destOrd="0" parTransId="{6449AF0D-5FBE-43FA-8003-FDFC8CDA1884}" sibTransId="{3B5107FB-9D5C-40F3-9835-A728CB62CAE5}"/>
    <dgm:cxn modelId="{34A4FCD3-81FE-4E04-8783-2C89A4683C76}" srcId="{E7CA57A5-1BC6-4660-927E-709EB004760A}" destId="{7A7A73D6-9B26-45E7-9A30-19AF7DF1684B}" srcOrd="3" destOrd="0" parTransId="{C0867645-0FDE-4F0E-88A5-8A8E5AE9C7DA}" sibTransId="{893310FE-A04A-4FCB-B1E7-FC559E414F37}"/>
    <dgm:cxn modelId="{678237FF-22C2-4509-A044-2F7F9930DC71}" type="presOf" srcId="{8920FA98-34BE-4D2B-843B-972BBDC46D88}" destId="{57C2DAF4-BDE2-48C2-8B21-9548F791A25D}" srcOrd="0" destOrd="0" presId="urn:microsoft.com/office/officeart/2005/8/layout/hierarchy1"/>
    <dgm:cxn modelId="{2312E7B0-9226-4587-B6C5-2CC054FDFC72}" type="presParOf" srcId="{CDA2F36F-727D-4F3E-AD11-05F73445667C}" destId="{36EE9D9E-4C61-4CBF-96A1-C3A3FCC85EEE}" srcOrd="0" destOrd="0" presId="urn:microsoft.com/office/officeart/2005/8/layout/hierarchy1"/>
    <dgm:cxn modelId="{3142CCB7-53A7-47D6-9678-4BE82F1C2084}" type="presParOf" srcId="{36EE9D9E-4C61-4CBF-96A1-C3A3FCC85EEE}" destId="{B23E82BA-50AD-468A-A7BD-4AC96B36F9B2}" srcOrd="0" destOrd="0" presId="urn:microsoft.com/office/officeart/2005/8/layout/hierarchy1"/>
    <dgm:cxn modelId="{0A5638CA-2574-421E-943F-13257A225E4C}" type="presParOf" srcId="{B23E82BA-50AD-468A-A7BD-4AC96B36F9B2}" destId="{57207481-01C8-4F34-8F68-89E3BB04E50C}" srcOrd="0" destOrd="0" presId="urn:microsoft.com/office/officeart/2005/8/layout/hierarchy1"/>
    <dgm:cxn modelId="{B3047AEB-E2BA-46C9-9E66-5DF08823B55E}" type="presParOf" srcId="{B23E82BA-50AD-468A-A7BD-4AC96B36F9B2}" destId="{6357ED0A-2E64-461F-9183-0C3F365BDAB6}" srcOrd="1" destOrd="0" presId="urn:microsoft.com/office/officeart/2005/8/layout/hierarchy1"/>
    <dgm:cxn modelId="{5D30EBEA-9380-4F43-9FBA-1045B53D23BD}" type="presParOf" srcId="{36EE9D9E-4C61-4CBF-96A1-C3A3FCC85EEE}" destId="{9414AD44-9785-4873-B3FB-39872497894F}" srcOrd="1" destOrd="0" presId="urn:microsoft.com/office/officeart/2005/8/layout/hierarchy1"/>
    <dgm:cxn modelId="{1866E0EB-5D34-43C6-8EC6-18E926EAD943}" type="presParOf" srcId="{CDA2F36F-727D-4F3E-AD11-05F73445667C}" destId="{874C1DC5-01C9-4A82-B63C-6F1ABF634916}" srcOrd="1" destOrd="0" presId="urn:microsoft.com/office/officeart/2005/8/layout/hierarchy1"/>
    <dgm:cxn modelId="{18327824-12B3-4E9D-9364-B94A94A98957}" type="presParOf" srcId="{874C1DC5-01C9-4A82-B63C-6F1ABF634916}" destId="{2837BD2A-B1F4-4D8E-91D5-EE2DDCB136B8}" srcOrd="0" destOrd="0" presId="urn:microsoft.com/office/officeart/2005/8/layout/hierarchy1"/>
    <dgm:cxn modelId="{1F8BA3D5-B79C-46FA-BB38-6AFCD7B15C30}" type="presParOf" srcId="{2837BD2A-B1F4-4D8E-91D5-EE2DDCB136B8}" destId="{3A9154B2-B2C5-4BD7-AFEE-DBCF350CB0F9}" srcOrd="0" destOrd="0" presId="urn:microsoft.com/office/officeart/2005/8/layout/hierarchy1"/>
    <dgm:cxn modelId="{FD91C51D-A09C-4BC0-A2E0-9534A2031B07}" type="presParOf" srcId="{2837BD2A-B1F4-4D8E-91D5-EE2DDCB136B8}" destId="{96CC029C-8093-4A1F-94AA-CF83474D715A}" srcOrd="1" destOrd="0" presId="urn:microsoft.com/office/officeart/2005/8/layout/hierarchy1"/>
    <dgm:cxn modelId="{43C30155-EC0C-43E2-9399-81D30A50A1B8}" type="presParOf" srcId="{874C1DC5-01C9-4A82-B63C-6F1ABF634916}" destId="{44858C02-435B-48C0-81C6-2C86707E7BCB}" srcOrd="1" destOrd="0" presId="urn:microsoft.com/office/officeart/2005/8/layout/hierarchy1"/>
    <dgm:cxn modelId="{3424EDAC-5927-462A-B432-27EE28F812EF}" type="presParOf" srcId="{CDA2F36F-727D-4F3E-AD11-05F73445667C}" destId="{AFA2518C-03CE-4593-AE7E-AD2CD963B8A9}" srcOrd="2" destOrd="0" presId="urn:microsoft.com/office/officeart/2005/8/layout/hierarchy1"/>
    <dgm:cxn modelId="{ADA1184D-7454-446E-9DBF-9BFD4626CE1A}" type="presParOf" srcId="{AFA2518C-03CE-4593-AE7E-AD2CD963B8A9}" destId="{C2982FCB-EBC2-4CD1-9CA9-D7657CA6192F}" srcOrd="0" destOrd="0" presId="urn:microsoft.com/office/officeart/2005/8/layout/hierarchy1"/>
    <dgm:cxn modelId="{90EB9979-B990-4D76-BFD0-0641D7D564FC}" type="presParOf" srcId="{C2982FCB-EBC2-4CD1-9CA9-D7657CA6192F}" destId="{4D0C378D-FB94-4740-A27B-F7EFFCA3F5D1}" srcOrd="0" destOrd="0" presId="urn:microsoft.com/office/officeart/2005/8/layout/hierarchy1"/>
    <dgm:cxn modelId="{99E9E22C-07FD-4A91-8491-3AFC34716989}" type="presParOf" srcId="{C2982FCB-EBC2-4CD1-9CA9-D7657CA6192F}" destId="{23F46120-7A7F-45D3-9976-A3174A4EEDFC}" srcOrd="1" destOrd="0" presId="urn:microsoft.com/office/officeart/2005/8/layout/hierarchy1"/>
    <dgm:cxn modelId="{BFE0FE58-1167-4036-9832-1222777BE4DC}" type="presParOf" srcId="{AFA2518C-03CE-4593-AE7E-AD2CD963B8A9}" destId="{FAA9CA2E-F81F-472C-80B4-396BA9F99869}" srcOrd="1" destOrd="0" presId="urn:microsoft.com/office/officeart/2005/8/layout/hierarchy1"/>
    <dgm:cxn modelId="{7EEE54CD-28F2-4672-88B5-8CC0E617F13A}" type="presParOf" srcId="{CDA2F36F-727D-4F3E-AD11-05F73445667C}" destId="{0DA06090-C48D-4E18-A4BF-7CB06374CDA4}" srcOrd="3" destOrd="0" presId="urn:microsoft.com/office/officeart/2005/8/layout/hierarchy1"/>
    <dgm:cxn modelId="{A16E1170-7F84-4829-A961-C99E759FA8BA}" type="presParOf" srcId="{0DA06090-C48D-4E18-A4BF-7CB06374CDA4}" destId="{A3152B36-9DB2-4F4B-BAC6-DBA31036C212}" srcOrd="0" destOrd="0" presId="urn:microsoft.com/office/officeart/2005/8/layout/hierarchy1"/>
    <dgm:cxn modelId="{88506490-2CC8-4BC9-A874-4CFC1D15DCB4}" type="presParOf" srcId="{A3152B36-9DB2-4F4B-BAC6-DBA31036C212}" destId="{4B0FE924-9575-4970-981E-5D97A3BE3492}" srcOrd="0" destOrd="0" presId="urn:microsoft.com/office/officeart/2005/8/layout/hierarchy1"/>
    <dgm:cxn modelId="{FA311AB1-3A14-46BC-BD14-72BB82186AE6}" type="presParOf" srcId="{A3152B36-9DB2-4F4B-BAC6-DBA31036C212}" destId="{6EE67AD7-43F4-4A0A-8D50-993BF0D9F5CC}" srcOrd="1" destOrd="0" presId="urn:microsoft.com/office/officeart/2005/8/layout/hierarchy1"/>
    <dgm:cxn modelId="{2BED0205-84C7-45D6-9E26-B292CB39251E}" type="presParOf" srcId="{0DA06090-C48D-4E18-A4BF-7CB06374CDA4}" destId="{FC460C51-D612-4EAF-9599-F304EF8D5F73}" srcOrd="1" destOrd="0" presId="urn:microsoft.com/office/officeart/2005/8/layout/hierarchy1"/>
    <dgm:cxn modelId="{8C562EFB-27F0-46D6-8016-A1E597559E9E}" type="presParOf" srcId="{CDA2F36F-727D-4F3E-AD11-05F73445667C}" destId="{2CCED727-9C41-41B0-8C26-C7B259AA469E}" srcOrd="4" destOrd="0" presId="urn:microsoft.com/office/officeart/2005/8/layout/hierarchy1"/>
    <dgm:cxn modelId="{70B07F61-1D2C-4A2F-A333-7F38EE120F14}" type="presParOf" srcId="{2CCED727-9C41-41B0-8C26-C7B259AA469E}" destId="{FD10FE3C-480A-4B58-AA2A-D571E78159EE}" srcOrd="0" destOrd="0" presId="urn:microsoft.com/office/officeart/2005/8/layout/hierarchy1"/>
    <dgm:cxn modelId="{98333589-B256-41B2-8F2D-BFDBBAD95392}" type="presParOf" srcId="{FD10FE3C-480A-4B58-AA2A-D571E78159EE}" destId="{009AA01B-8600-422E-AB74-D31B48E365C2}" srcOrd="0" destOrd="0" presId="urn:microsoft.com/office/officeart/2005/8/layout/hierarchy1"/>
    <dgm:cxn modelId="{0109DD7F-7E4C-48A2-8684-333C7B82C827}" type="presParOf" srcId="{FD10FE3C-480A-4B58-AA2A-D571E78159EE}" destId="{57C2DAF4-BDE2-48C2-8B21-9548F791A25D}" srcOrd="1" destOrd="0" presId="urn:microsoft.com/office/officeart/2005/8/layout/hierarchy1"/>
    <dgm:cxn modelId="{1C25CCEE-E35C-4626-98E5-DAC93A5A029A}" type="presParOf" srcId="{2CCED727-9C41-41B0-8C26-C7B259AA469E}" destId="{1ABE7F54-8588-41AE-8B18-0EA4BB75B76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07481-01C8-4F34-8F68-89E3BB04E50C}">
      <dsp:nvSpPr>
        <dsp:cNvPr id="0" name=""/>
        <dsp:cNvSpPr/>
      </dsp:nvSpPr>
      <dsp:spPr>
        <a:xfrm>
          <a:off x="1535" y="2788503"/>
          <a:ext cx="748323" cy="4751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57ED0A-2E64-461F-9183-0C3F365BDAB6}">
      <dsp:nvSpPr>
        <dsp:cNvPr id="0" name=""/>
        <dsp:cNvSpPr/>
      </dsp:nvSpPr>
      <dsp:spPr>
        <a:xfrm>
          <a:off x="84682" y="2867493"/>
          <a:ext cx="748323" cy="4751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ptos" panose="020B0004020202020204"/>
              <a:ea typeface="+mn-ea"/>
              <a:cs typeface="+mn-cs"/>
            </a:rPr>
            <a:t>Entities:</a:t>
          </a:r>
        </a:p>
      </dsp:txBody>
      <dsp:txXfrm>
        <a:off x="98600" y="2881411"/>
        <a:ext cx="720487" cy="447349"/>
      </dsp:txXfrm>
    </dsp:sp>
    <dsp:sp modelId="{3A9154B2-B2C5-4BD7-AFEE-DBCF350CB0F9}">
      <dsp:nvSpPr>
        <dsp:cNvPr id="0" name=""/>
        <dsp:cNvSpPr/>
      </dsp:nvSpPr>
      <dsp:spPr>
        <a:xfrm>
          <a:off x="916152" y="2788503"/>
          <a:ext cx="748323" cy="4751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6CC029C-8093-4A1F-94AA-CF83474D715A}">
      <dsp:nvSpPr>
        <dsp:cNvPr id="0" name=""/>
        <dsp:cNvSpPr/>
      </dsp:nvSpPr>
      <dsp:spPr>
        <a:xfrm>
          <a:off x="999299" y="2867493"/>
          <a:ext cx="748323" cy="4751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ptos" panose="020B0004020202020204"/>
              <a:ea typeface="+mn-ea"/>
              <a:cs typeface="+mn-cs"/>
            </a:rPr>
            <a:t>User </a:t>
          </a:r>
        </a:p>
      </dsp:txBody>
      <dsp:txXfrm>
        <a:off x="1013217" y="2881411"/>
        <a:ext cx="720487" cy="447349"/>
      </dsp:txXfrm>
    </dsp:sp>
    <dsp:sp modelId="{4D0C378D-FB94-4740-A27B-F7EFFCA3F5D1}">
      <dsp:nvSpPr>
        <dsp:cNvPr id="0" name=""/>
        <dsp:cNvSpPr/>
      </dsp:nvSpPr>
      <dsp:spPr>
        <a:xfrm>
          <a:off x="1830769" y="2788503"/>
          <a:ext cx="748323" cy="4751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3F46120-7A7F-45D3-9976-A3174A4EEDFC}">
      <dsp:nvSpPr>
        <dsp:cNvPr id="0" name=""/>
        <dsp:cNvSpPr/>
      </dsp:nvSpPr>
      <dsp:spPr>
        <a:xfrm>
          <a:off x="1913916" y="2867493"/>
          <a:ext cx="748323" cy="4751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ptos" panose="020B0004020202020204"/>
              <a:ea typeface="+mn-ea"/>
              <a:cs typeface="+mn-cs"/>
            </a:rPr>
            <a:t>Property </a:t>
          </a:r>
        </a:p>
      </dsp:txBody>
      <dsp:txXfrm>
        <a:off x="1927834" y="2881411"/>
        <a:ext cx="720487" cy="447349"/>
      </dsp:txXfrm>
    </dsp:sp>
    <dsp:sp modelId="{4B0FE924-9575-4970-981E-5D97A3BE3492}">
      <dsp:nvSpPr>
        <dsp:cNvPr id="0" name=""/>
        <dsp:cNvSpPr/>
      </dsp:nvSpPr>
      <dsp:spPr>
        <a:xfrm>
          <a:off x="2745387" y="2788503"/>
          <a:ext cx="748323" cy="4751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E67AD7-43F4-4A0A-8D50-993BF0D9F5CC}">
      <dsp:nvSpPr>
        <dsp:cNvPr id="0" name=""/>
        <dsp:cNvSpPr/>
      </dsp:nvSpPr>
      <dsp:spPr>
        <a:xfrm>
          <a:off x="2828534" y="2867493"/>
          <a:ext cx="748323" cy="4751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ptos" panose="020B0004020202020204"/>
              <a:ea typeface="+mn-ea"/>
              <a:cs typeface="+mn-cs"/>
            </a:rPr>
            <a:t>Location </a:t>
          </a:r>
        </a:p>
      </dsp:txBody>
      <dsp:txXfrm>
        <a:off x="2842452" y="2881411"/>
        <a:ext cx="720487" cy="447349"/>
      </dsp:txXfrm>
    </dsp:sp>
    <dsp:sp modelId="{009AA01B-8600-422E-AB74-D31B48E365C2}">
      <dsp:nvSpPr>
        <dsp:cNvPr id="0" name=""/>
        <dsp:cNvSpPr/>
      </dsp:nvSpPr>
      <dsp:spPr>
        <a:xfrm>
          <a:off x="3660004" y="2788503"/>
          <a:ext cx="748323" cy="4751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7C2DAF4-BDE2-48C2-8B21-9548F791A25D}">
      <dsp:nvSpPr>
        <dsp:cNvPr id="0" name=""/>
        <dsp:cNvSpPr/>
      </dsp:nvSpPr>
      <dsp:spPr>
        <a:xfrm>
          <a:off x="3743151" y="2867493"/>
          <a:ext cx="748323" cy="4751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ptos"/>
              <a:ea typeface="+mn-ea"/>
              <a:cs typeface="+mn-cs"/>
            </a:rPr>
            <a:t>Property Photo</a:t>
          </a:r>
        </a:p>
      </dsp:txBody>
      <dsp:txXfrm>
        <a:off x="3757069" y="2881411"/>
        <a:ext cx="720487" cy="44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EE8050E0-3AC4-7385-F3FA-59F13186D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7" y="-11906"/>
            <a:ext cx="12208668" cy="686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piece of paper with a grid pattern&#10;&#10;AI-generated content may be incorrect.">
            <a:extLst>
              <a:ext uri="{FF2B5EF4-FFF2-40B4-BE49-F238E27FC236}">
                <a16:creationId xmlns:a16="http://schemas.microsoft.com/office/drawing/2014/main" id="{101EEABF-132A-0442-CCDF-43475E2BF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4"/>
          <a:stretch>
            <a:fillRect/>
          </a:stretch>
        </p:blipFill>
        <p:spPr>
          <a:xfrm>
            <a:off x="-147831" y="1282"/>
            <a:ext cx="12487682" cy="70159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6D323-B972-07DA-EB5C-158B9BE7F361}"/>
              </a:ext>
            </a:extLst>
          </p:cNvPr>
          <p:cNvSpPr txBox="1"/>
          <p:nvPr/>
        </p:nvSpPr>
        <p:spPr>
          <a:xfrm>
            <a:off x="2452375" y="1361867"/>
            <a:ext cx="836465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Book Antiqua"/>
              </a:rPr>
              <a:t>PROBLEM STATMENT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9CEBA-37BC-3F37-BB98-C1916E76BA5A}"/>
              </a:ext>
            </a:extLst>
          </p:cNvPr>
          <p:cNvSpPr txBox="1"/>
          <p:nvPr/>
        </p:nvSpPr>
        <p:spPr>
          <a:xfrm>
            <a:off x="955788" y="2082254"/>
            <a:ext cx="10616083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200" b="1" dirty="0">
              <a:latin typeface="Book Antiqua"/>
              <a:ea typeface="+mn-lt"/>
              <a:cs typeface="+mn-lt"/>
            </a:endParaRPr>
          </a:p>
          <a:p>
            <a:r>
              <a:rPr lang="en-US" sz="3200" b="1">
                <a:latin typeface="Book Antiqua"/>
                <a:ea typeface="+mn-lt"/>
                <a:cs typeface="+mn-lt"/>
              </a:rPr>
              <a:t>Managing rental properties using manual methods or basic file systems is inefficient, time-consuming, and prone to errors.</a:t>
            </a:r>
            <a:endParaRPr lang="en-US" sz="3200" b="1" dirty="0">
              <a:latin typeface="Book Antiqua"/>
              <a:ea typeface="+mn-lt"/>
              <a:cs typeface="+mn-lt"/>
            </a:endParaRPr>
          </a:p>
          <a:p>
            <a:endParaRPr lang="en-US" sz="3200" b="1" dirty="0">
              <a:latin typeface="Book Antiqua"/>
              <a:ea typeface="+mn-lt"/>
              <a:cs typeface="+mn-lt"/>
            </a:endParaRPr>
          </a:p>
          <a:p>
            <a:r>
              <a:rPr lang="en-US" sz="3200" b="1" dirty="0">
                <a:latin typeface="Book Antiqua"/>
                <a:ea typeface="+mn-lt"/>
                <a:cs typeface="+mn-lt"/>
              </a:rPr>
              <a:t>Users often rely on brokers to find suitable houses, which can lead to additional costs, delays, and lack of transparency.</a:t>
            </a:r>
            <a:endParaRPr lang="en-US" sz="3200" b="1"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736310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81F52-E4E3-396E-107D-E52569A7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666A75-FED8-269A-FB95-C785337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piece of paper with a grid pattern&#10;&#10;AI-generated content may be incorrect.">
            <a:extLst>
              <a:ext uri="{FF2B5EF4-FFF2-40B4-BE49-F238E27FC236}">
                <a16:creationId xmlns:a16="http://schemas.microsoft.com/office/drawing/2014/main" id="{CAEEDC0F-B67A-CF02-85D0-204ACE1B7A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F53236-2E0A-BD1D-9B2D-575F5392CDC1}"/>
              </a:ext>
            </a:extLst>
          </p:cNvPr>
          <p:cNvSpPr txBox="1"/>
          <p:nvPr/>
        </p:nvSpPr>
        <p:spPr>
          <a:xfrm>
            <a:off x="328261" y="862045"/>
            <a:ext cx="6300083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⏱️ </a:t>
            </a:r>
            <a:r>
              <a:rPr lang="en-US" sz="2400" b="1">
                <a:ea typeface="+mn-lt"/>
                <a:cs typeface="+mn-lt"/>
              </a:rPr>
              <a:t>Time-consuming process</a:t>
            </a:r>
            <a:endParaRPr lang="en-US" sz="2400" b="1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Searching for houses manually takes too long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No quick filtering or searching system</a:t>
            </a:r>
            <a:endParaRPr lang="en-US" sz="2400"/>
          </a:p>
          <a:p>
            <a:endParaRPr lang="en-US" sz="2400" b="1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🧍 </a:t>
            </a:r>
            <a:r>
              <a:rPr lang="en-US" sz="2400" b="1">
                <a:ea typeface="+mn-lt"/>
                <a:cs typeface="+mn-lt"/>
              </a:rPr>
              <a:t>Broker-related issues</a:t>
            </a:r>
            <a:endParaRPr lang="en-US" sz="24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Extra costs (commission fees)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Lack of trust or transparency</a:t>
            </a:r>
            <a:endParaRPr lang="en-US" sz="2400"/>
          </a:p>
          <a:p>
            <a:endParaRPr lang="en-US" sz="2400" b="1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🔍 </a:t>
            </a:r>
            <a:r>
              <a:rPr lang="en-US" sz="2400" b="1">
                <a:ea typeface="+mn-lt"/>
                <a:cs typeface="+mn-lt"/>
              </a:rPr>
              <a:t>Limited accessibility</a:t>
            </a:r>
            <a:endParaRPr lang="en-US" sz="24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Difficult to find specific properties quickly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No structured search system</a:t>
            </a:r>
            <a:endParaRPr lang="en-US" sz="2400"/>
          </a:p>
          <a:p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D1D65-367C-6071-341E-22C44C952FB0}"/>
              </a:ext>
            </a:extLst>
          </p:cNvPr>
          <p:cNvSpPr txBox="1"/>
          <p:nvPr/>
        </p:nvSpPr>
        <p:spPr>
          <a:xfrm>
            <a:off x="7284126" y="1274705"/>
            <a:ext cx="4402602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400" dirty="0"/>
          </a:p>
          <a:p>
            <a:r>
              <a:rPr lang="en-US" sz="2400"/>
              <a:t>📂 </a:t>
            </a:r>
            <a:r>
              <a:rPr lang="en-US" sz="2400" b="1"/>
              <a:t>Poor data management</a:t>
            </a:r>
            <a:endParaRPr lang="en-US" sz="2400"/>
          </a:p>
          <a:p>
            <a:pPr marL="285750" indent="-285750">
              <a:buFont typeface="Arial,Sans-Serif"/>
              <a:buChar char="•"/>
            </a:pPr>
            <a:r>
              <a:rPr lang="en-US" sz="2400"/>
              <a:t>Data stored using manual file handling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/>
              <a:t>Hard to update or maintain</a:t>
            </a:r>
          </a:p>
          <a:p>
            <a:endParaRPr lang="en-US" sz="2400" dirty="0"/>
          </a:p>
          <a:p>
            <a:r>
              <a:rPr lang="en-US" sz="2400"/>
              <a:t>🔁 </a:t>
            </a:r>
            <a:r>
              <a:rPr lang="en-US" sz="2400" b="1"/>
              <a:t>Data inconsistency</a:t>
            </a:r>
            <a:endParaRPr lang="en-US" sz="2400"/>
          </a:p>
          <a:p>
            <a:pPr marL="285750" indent="-285750">
              <a:buFont typeface="Arial,Sans-Serif"/>
              <a:buChar char="•"/>
            </a:pPr>
            <a:r>
              <a:rPr lang="en-US" sz="2400"/>
              <a:t>Duplicate or outdated information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/>
              <a:t>No centralized database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1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B50C-E276-362B-3410-E2D10589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44C3243-FA75-C722-1F2E-F02F03DDE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piece of paper with a grid pattern&#10;&#10;AI-generated content may be incorrect.">
            <a:extLst>
              <a:ext uri="{FF2B5EF4-FFF2-40B4-BE49-F238E27FC236}">
                <a16:creationId xmlns:a16="http://schemas.microsoft.com/office/drawing/2014/main" id="{A4A0F817-28DE-9674-6C4A-EC0B5E26C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087E15-FE83-E9AA-9FCC-B362DCE766FB}"/>
              </a:ext>
            </a:extLst>
          </p:cNvPr>
          <p:cNvSpPr txBox="1"/>
          <p:nvPr/>
        </p:nvSpPr>
        <p:spPr>
          <a:xfrm>
            <a:off x="2112826" y="1390943"/>
            <a:ext cx="5908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latin typeface="Bookman Old Style"/>
              </a:rPr>
              <a:t>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E20C76-6327-38ED-263D-D80F9C45FFA5}"/>
              </a:ext>
            </a:extLst>
          </p:cNvPr>
          <p:cNvSpPr txBox="1"/>
          <p:nvPr/>
        </p:nvSpPr>
        <p:spPr>
          <a:xfrm>
            <a:off x="991061" y="2063157"/>
            <a:ext cx="10386602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b="1">
                <a:latin typeface="Bookman Old Style"/>
                <a:ea typeface="+mn-lt"/>
                <a:cs typeface="+mn-lt"/>
              </a:rPr>
              <a:t>Develop a database-driven real estate rental system </a:t>
            </a:r>
            <a:endParaRPr lang="en-US" sz="2800" b="1" dirty="0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latin typeface="Bookman Old Style"/>
                <a:ea typeface="+mn-lt"/>
                <a:cs typeface="+mn-lt"/>
              </a:rPr>
              <a:t>Use MySQL to manage structured and related data </a:t>
            </a:r>
            <a:endParaRPr lang="en-US" sz="2800" b="1" dirty="0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latin typeface="Bookman Old Style"/>
                <a:ea typeface="+mn-lt"/>
                <a:cs typeface="+mn-lt"/>
              </a:rPr>
              <a:t>Use MongoDB for flexible document-based data storage </a:t>
            </a:r>
            <a:endParaRPr lang="en-US" sz="2800" b="1" dirty="0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latin typeface="Bookman Old Style"/>
                <a:ea typeface="+mn-lt"/>
                <a:cs typeface="+mn-lt"/>
              </a:rPr>
              <a:t>Store and manage users, properties, locations, and contact information efficiently </a:t>
            </a:r>
            <a:endParaRPr lang="en-US" sz="2800" b="1" dirty="0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latin typeface="Bookman Old Style"/>
                <a:ea typeface="+mn-lt"/>
                <a:cs typeface="+mn-lt"/>
              </a:rPr>
              <a:t>Enable easy data retrieval using queries and filters </a:t>
            </a:r>
            <a:endParaRPr lang="en-US" sz="2800" b="1" dirty="0">
              <a:latin typeface="Bookman Old Style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latin typeface="Bookman Old Style"/>
                <a:ea typeface="+mn-lt"/>
                <a:cs typeface="+mn-lt"/>
              </a:rPr>
              <a:t>Ensure data integrity using primary and foreign key relationships</a:t>
            </a:r>
            <a:endParaRPr lang="en-US" sz="2800" b="1" dirty="0">
              <a:latin typeface="Bookman Old Style"/>
            </a:endParaRPr>
          </a:p>
          <a:p>
            <a:pPr algn="l"/>
            <a:endParaRPr lang="en-US" sz="2800" b="1" dirty="0"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7294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889D-0FCE-22D5-E80B-22F88465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932223-9A64-84D1-862B-4C622E5BA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8B017-7F8F-BA8F-8B49-E07589086DD5}"/>
              </a:ext>
            </a:extLst>
          </p:cNvPr>
          <p:cNvSpPr txBox="1"/>
          <p:nvPr/>
        </p:nvSpPr>
        <p:spPr>
          <a:xfrm>
            <a:off x="243545" y="1390943"/>
            <a:ext cx="5908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ea typeface="+mn-lt"/>
                <a:cs typeface="+mn-lt"/>
              </a:rPr>
              <a:t>System Design</a:t>
            </a:r>
            <a:endParaRPr lang="en-US" b="1"/>
          </a:p>
        </p:txBody>
      </p:sp>
      <p:graphicFrame>
        <p:nvGraphicFramePr>
          <p:cNvPr id="11" name="TextBox 7">
            <a:extLst>
              <a:ext uri="{FF2B5EF4-FFF2-40B4-BE49-F238E27FC236}">
                <a16:creationId xmlns:a16="http://schemas.microsoft.com/office/drawing/2014/main" id="{A8D05089-9D9B-9029-078F-A5F6128857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1573417"/>
              </p:ext>
            </p:extLst>
          </p:nvPr>
        </p:nvGraphicFramePr>
        <p:xfrm>
          <a:off x="444167" y="727276"/>
          <a:ext cx="4493010" cy="6131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" name="Picture 306" descr="A diagram of a property&#10;&#10;AI-generated content may be incorrect.">
            <a:extLst>
              <a:ext uri="{FF2B5EF4-FFF2-40B4-BE49-F238E27FC236}">
                <a16:creationId xmlns:a16="http://schemas.microsoft.com/office/drawing/2014/main" id="{1FCCE42E-31B5-C0CC-6109-8E85BA028A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871" y="1033463"/>
            <a:ext cx="6451600" cy="477837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5087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E3B87-4BAF-8003-76DC-904B6F30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C3D13B-3B61-5514-F5F0-E473443D6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piece of paper with a grid pattern&#10;&#10;AI-generated content may be incorrect.">
            <a:extLst>
              <a:ext uri="{FF2B5EF4-FFF2-40B4-BE49-F238E27FC236}">
                <a16:creationId xmlns:a16="http://schemas.microsoft.com/office/drawing/2014/main" id="{CA49C040-8E85-31B4-6350-853AC3DDC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928E2C-D181-48B0-9A3A-B465262E7813}"/>
              </a:ext>
            </a:extLst>
          </p:cNvPr>
          <p:cNvSpPr txBox="1"/>
          <p:nvPr/>
        </p:nvSpPr>
        <p:spPr>
          <a:xfrm>
            <a:off x="755513" y="890881"/>
            <a:ext cx="5908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latin typeface="Book Antiqua"/>
                <a:ea typeface="+mn-lt"/>
                <a:cs typeface="+mn-lt"/>
              </a:rPr>
              <a:t>Database Implementation</a:t>
            </a:r>
            <a:endParaRPr lang="en-US" b="1">
              <a:latin typeface="Book Antiqu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B0210-0B4C-1F7C-3284-C091CB21ED44}"/>
              </a:ext>
            </a:extLst>
          </p:cNvPr>
          <p:cNvSpPr txBox="1"/>
          <p:nvPr/>
        </p:nvSpPr>
        <p:spPr>
          <a:xfrm>
            <a:off x="991061" y="2063157"/>
            <a:ext cx="6052727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Tables were created to store system data </a:t>
            </a:r>
            <a:endParaRPr lang="en-US" sz="28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Main tables: User, Property, Location, </a:t>
            </a:r>
            <a:r>
              <a:rPr lang="en-US" sz="2800">
                <a:ea typeface="+mn-lt"/>
                <a:cs typeface="+mn-lt"/>
              </a:rPr>
              <a:t>User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>
                <a:ea typeface="+mn-lt"/>
                <a:cs typeface="+mn-lt"/>
              </a:rPr>
              <a:t>Email, User .</a:t>
            </a: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Relationships defined using primary and foreign keys </a:t>
            </a:r>
            <a:endParaRPr lang="en-US" sz="28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Data integrity maintained through constraints and normalization.</a:t>
            </a: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Implemented using MySQL and MongoDB</a:t>
            </a:r>
            <a:endParaRPr lang="en-US" sz="2800" dirty="0">
              <a:ea typeface="+mn-lt"/>
              <a:cs typeface="+mn-lt"/>
            </a:endParaRPr>
          </a:p>
          <a:p>
            <a:endParaRPr lang="en-US" sz="2800" dirty="0"/>
          </a:p>
          <a:p>
            <a:pPr marL="285750" indent="-285750" algn="l">
              <a:buFont typeface="Arial"/>
              <a:buChar char="•"/>
            </a:pPr>
            <a:endParaRPr lang="en-US" sz="2800" b="1" dirty="0">
              <a:latin typeface="Bookman Old Style"/>
            </a:endParaRPr>
          </a:p>
        </p:txBody>
      </p:sp>
      <p:pic>
        <p:nvPicPr>
          <p:cNvPr id="2" name="Picture 1" descr="A diagram of a computer&#10;&#10;AI-generated content may be incorrect.">
            <a:extLst>
              <a:ext uri="{FF2B5EF4-FFF2-40B4-BE49-F238E27FC236}">
                <a16:creationId xmlns:a16="http://schemas.microsoft.com/office/drawing/2014/main" id="{7E6A06A8-D750-DDB8-B8FE-A661E86DE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219" y="-21430"/>
            <a:ext cx="5262561" cy="706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62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D8D71D-70C6-AFE2-9828-52EC6916D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3938" y="714903"/>
            <a:ext cx="6683841" cy="5142441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5FD71-551D-8B17-F71A-339A5678FA13}"/>
              </a:ext>
            </a:extLst>
          </p:cNvPr>
          <p:cNvSpPr txBox="1"/>
          <p:nvPr/>
        </p:nvSpPr>
        <p:spPr>
          <a:xfrm>
            <a:off x="3677366" y="6121306"/>
            <a:ext cx="70933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Enhanced</a:t>
            </a:r>
            <a:r>
              <a:rPr lang="en-US" dirty="0"/>
              <a:t> ER diagram from MYSQL using reverse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78358-5D60-DABF-2CD0-FCEDB7F3565C}"/>
              </a:ext>
            </a:extLst>
          </p:cNvPr>
          <p:cNvSpPr txBox="1"/>
          <p:nvPr/>
        </p:nvSpPr>
        <p:spPr>
          <a:xfrm>
            <a:off x="283530" y="2634036"/>
            <a:ext cx="338448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/>
              <a:t>MYSQL</a:t>
            </a:r>
          </a:p>
          <a:p>
            <a:r>
              <a:rPr lang="en-US" sz="2800" b="1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0349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7C32D-223A-18A1-605D-559962DB1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68E2C4-6C42-AA9F-E98B-38B90D883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piece of paper with a grid pattern&#10;&#10;AI-generated content may be incorrect.">
            <a:extLst>
              <a:ext uri="{FF2B5EF4-FFF2-40B4-BE49-F238E27FC236}">
                <a16:creationId xmlns:a16="http://schemas.microsoft.com/office/drawing/2014/main" id="{7A64F97F-C3C9-51D5-E3AD-0F04E947B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F6CA18-0C38-A28A-D135-21AF1416A99D}"/>
              </a:ext>
            </a:extLst>
          </p:cNvPr>
          <p:cNvSpPr txBox="1"/>
          <p:nvPr/>
        </p:nvSpPr>
        <p:spPr>
          <a:xfrm>
            <a:off x="755513" y="890881"/>
            <a:ext cx="59082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Aptos"/>
                <a:ea typeface="+mn-lt"/>
                <a:cs typeface="+mn-lt"/>
              </a:rPr>
              <a:t>Sample</a:t>
            </a:r>
            <a:r>
              <a:rPr lang="en-US" sz="4000" b="1" dirty="0">
                <a:ea typeface="+mn-lt"/>
                <a:cs typeface="+mn-lt"/>
              </a:rPr>
              <a:t>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CC2D5-D337-CD80-6196-D8B9C424486A}"/>
              </a:ext>
            </a:extLst>
          </p:cNvPr>
          <p:cNvSpPr txBox="1"/>
          <p:nvPr/>
        </p:nvSpPr>
        <p:spPr>
          <a:xfrm>
            <a:off x="383843" y="1646439"/>
            <a:ext cx="5171665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Sample records were inserted into the database </a:t>
            </a:r>
            <a:endParaRPr lang="en-US" sz="28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Data includes users, properties, and locations 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Contact information (emails and phone numbers) added 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Demonstrates one-to-many relationships 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Used to test system functionality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800" dirty="0">
              <a:ea typeface="+mn-lt"/>
              <a:cs typeface="+mn-lt"/>
            </a:endParaRPr>
          </a:p>
          <a:p>
            <a:endParaRPr lang="en-US" sz="2800" dirty="0"/>
          </a:p>
          <a:p>
            <a:pPr marL="285750" indent="-285750" algn="l">
              <a:buFont typeface="Arial"/>
              <a:buChar char="•"/>
            </a:pPr>
            <a:endParaRPr lang="en-US" sz="2800" b="1" dirty="0">
              <a:latin typeface="Bookman Old Style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CDDA81-530E-0317-6CE6-FEFECF05F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56" y="2381"/>
            <a:ext cx="7962899" cy="34242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FCE255-6C65-51B4-B404-B7B9D8027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381" y="4348162"/>
            <a:ext cx="6519863" cy="250745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1267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C05F4-EE9E-6BC8-D314-FCE06A89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651A95-8EC9-9849-AFA1-38862319B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piece of paper with a grid pattern&#10;&#10;AI-generated content may be incorrect.">
            <a:extLst>
              <a:ext uri="{FF2B5EF4-FFF2-40B4-BE49-F238E27FC236}">
                <a16:creationId xmlns:a16="http://schemas.microsoft.com/office/drawing/2014/main" id="{E4CB67D2-7196-7D72-FF53-ADBA8AE79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60BA0-0858-6370-4261-A4602E4B5731}"/>
              </a:ext>
            </a:extLst>
          </p:cNvPr>
          <p:cNvSpPr txBox="1"/>
          <p:nvPr/>
        </p:nvSpPr>
        <p:spPr>
          <a:xfrm>
            <a:off x="7520644" y="593225"/>
            <a:ext cx="5908254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Aptos"/>
                <a:ea typeface="+mn-lt"/>
                <a:cs typeface="+mn-lt"/>
              </a:rPr>
              <a:t>Query </a:t>
            </a:r>
            <a:r>
              <a:rPr lang="en-US" sz="4000" b="1" dirty="0">
                <a:latin typeface="Aptos"/>
                <a:ea typeface="+mn-lt"/>
                <a:cs typeface="Times New Roman"/>
              </a:rPr>
              <a:t>Execution </a:t>
            </a:r>
            <a:endParaRPr lang="en-US" sz="1200">
              <a:latin typeface="Times New Roman"/>
              <a:ea typeface="+mn-lt"/>
              <a:cs typeface="Times New Roman"/>
            </a:endParaRPr>
          </a:p>
          <a:p>
            <a:r>
              <a:rPr lang="en-US" sz="4000" b="1">
                <a:latin typeface="Aptos"/>
                <a:ea typeface="+mn-lt"/>
                <a:cs typeface="Times New Roman"/>
              </a:rPr>
              <a:t>And Testing </a:t>
            </a:r>
            <a:endParaRPr lang="en-US" sz="1200">
              <a:latin typeface="Times New Roman"/>
              <a:ea typeface="+mn-lt"/>
              <a:cs typeface="Times New Roman"/>
            </a:endParaRPr>
          </a:p>
          <a:p>
            <a:endParaRPr lang="en-US" sz="1200" dirty="0">
              <a:latin typeface="Times New Roman"/>
              <a:ea typeface="+mn-lt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44CE4-5247-E014-7623-F4C647E05C05}"/>
              </a:ext>
            </a:extLst>
          </p:cNvPr>
          <p:cNvSpPr txBox="1"/>
          <p:nvPr/>
        </p:nvSpPr>
        <p:spPr>
          <a:xfrm>
            <a:off x="6555249" y="2665614"/>
            <a:ext cx="605272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MYSQL queries were used to retrieve data. </a:t>
            </a:r>
            <a:endParaRPr lang="en-US" sz="28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Filters applied for searching properties 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Queries return accurate and meaningful results 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Data insertion tested successfully.</a:t>
            </a:r>
            <a:endParaRPr lang="en-US" sz="2800" dirty="0">
              <a:latin typeface="Aptos"/>
            </a:endParaRPr>
          </a:p>
          <a:p>
            <a:pPr>
              <a:buFont typeface="Arial"/>
              <a:buChar char="•"/>
            </a:pPr>
            <a:endParaRPr lang="en-US" sz="2800" dirty="0">
              <a:latin typeface="Aptos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E0301C-6324-BFE3-7F74-35112F865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3" y="157162"/>
            <a:ext cx="5614194" cy="310276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8CC85AB-54E4-18C8-D75F-163C038D0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3928269"/>
            <a:ext cx="4231481" cy="1854993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420785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0944-BEAF-04AE-645F-D5D7B39F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156AC3-DE42-5ADB-5093-E000E4B03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piece of paper with a grid pattern&#10;&#10;AI-generated content may be incorrect.">
            <a:extLst>
              <a:ext uri="{FF2B5EF4-FFF2-40B4-BE49-F238E27FC236}">
                <a16:creationId xmlns:a16="http://schemas.microsoft.com/office/drawing/2014/main" id="{08AD27D3-085E-5A98-784D-8326AC091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B0BFFE-35C5-CD22-459D-B04740F3E169}"/>
              </a:ext>
            </a:extLst>
          </p:cNvPr>
          <p:cNvSpPr txBox="1"/>
          <p:nvPr/>
        </p:nvSpPr>
        <p:spPr>
          <a:xfrm>
            <a:off x="755513" y="890881"/>
            <a:ext cx="590825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MONGO DB IMPLEMENTATION</a:t>
            </a:r>
            <a:endParaRPr lang="en-US" sz="4000" b="1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AF3C3-5E0B-DF92-00DD-78B9935599AD}"/>
              </a:ext>
            </a:extLst>
          </p:cNvPr>
          <p:cNvSpPr txBox="1"/>
          <p:nvPr/>
        </p:nvSpPr>
        <p:spPr>
          <a:xfrm>
            <a:off x="455280" y="2217939"/>
            <a:ext cx="5171665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Used MongoDB for NoSQL implementation. </a:t>
            </a:r>
            <a:endParaRPr lang="en-US" sz="28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Data stored as collections and documents 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Flexible structure using JSON-like format. 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Related data stored in a single document 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Supports scalable and flexible data storage.</a:t>
            </a:r>
            <a:endParaRPr lang="en-US"/>
          </a:p>
          <a:p>
            <a:pPr>
              <a:buFont typeface="Arial"/>
              <a:buChar char="•"/>
            </a:pPr>
            <a:endParaRPr lang="en-US" sz="2800" dirty="0"/>
          </a:p>
          <a:p>
            <a:pPr marL="285750" indent="-285750">
              <a:buFont typeface="Arial"/>
              <a:buChar char="•"/>
            </a:pPr>
            <a:endParaRPr lang="en-US" sz="2800" dirty="0">
              <a:ea typeface="+mn-lt"/>
              <a:cs typeface="+mn-lt"/>
            </a:endParaRPr>
          </a:p>
          <a:p>
            <a:endParaRPr lang="en-US" sz="2800" dirty="0"/>
          </a:p>
          <a:p>
            <a:pPr marL="285750" indent="-285750" algn="l">
              <a:buFont typeface="Arial"/>
              <a:buChar char="•"/>
            </a:pPr>
            <a:endParaRPr lang="en-US" sz="2800" b="1" dirty="0">
              <a:latin typeface="Bookman Old Styl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E36E6-CDF6-A365-73AC-46404416EFFB}"/>
              </a:ext>
            </a:extLst>
          </p:cNvPr>
          <p:cNvSpPr txBox="1"/>
          <p:nvPr/>
        </p:nvSpPr>
        <p:spPr>
          <a:xfrm>
            <a:off x="7166141" y="381177"/>
            <a:ext cx="5664708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{</a:t>
            </a:r>
            <a:endParaRPr lang="en-US" sz="2800">
              <a:solidFill>
                <a:srgbClr val="FF0000"/>
              </a:solidFill>
            </a:endParaRPr>
          </a:p>
          <a:p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  "title": "Modern Apartment",</a:t>
            </a:r>
            <a:endParaRPr lang="en-US" sz="2800">
              <a:solidFill>
                <a:srgbClr val="FF0000"/>
              </a:solidFill>
            </a:endParaRPr>
          </a:p>
          <a:p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  "price": 15000,</a:t>
            </a:r>
            <a:endParaRPr lang="en-US" sz="2800">
              <a:solidFill>
                <a:srgbClr val="FF0000"/>
              </a:solidFill>
            </a:endParaRPr>
          </a:p>
          <a:p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  "location": {</a:t>
            </a:r>
            <a:endParaRPr lang="en-US" sz="2800">
              <a:solidFill>
                <a:srgbClr val="FF0000"/>
              </a:solidFill>
            </a:endParaRPr>
          </a:p>
          <a:p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    "city": "Addis Ababa",</a:t>
            </a:r>
            <a:endParaRPr lang="en-US" sz="280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  <a:ea typeface="+mn-lt"/>
                <a:cs typeface="+mn-lt"/>
              </a:rPr>
              <a:t>    "</a:t>
            </a:r>
            <a:r>
              <a:rPr lang="en-US" sz="2800" dirty="0" err="1">
                <a:solidFill>
                  <a:srgbClr val="FF0000"/>
                </a:solidFill>
                <a:ea typeface="+mn-lt"/>
                <a:cs typeface="+mn-lt"/>
              </a:rPr>
              <a:t>subcity</a:t>
            </a:r>
            <a:r>
              <a:rPr lang="en-US" sz="2800" dirty="0">
                <a:solidFill>
                  <a:srgbClr val="FF0000"/>
                </a:solidFill>
                <a:ea typeface="+mn-lt"/>
                <a:cs typeface="+mn-lt"/>
              </a:rPr>
              <a:t>": "Bole"</a:t>
            </a:r>
            <a:endParaRPr lang="en-US" sz="2800">
              <a:solidFill>
                <a:srgbClr val="FF0000"/>
              </a:solidFill>
            </a:endParaRPr>
          </a:p>
          <a:p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  },</a:t>
            </a:r>
            <a:endParaRPr lang="en-US" sz="2800">
              <a:solidFill>
                <a:srgbClr val="FF0000"/>
              </a:solidFill>
            </a:endParaRPr>
          </a:p>
          <a:p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  "owner": {</a:t>
            </a:r>
            <a:endParaRPr lang="en-US" sz="2800">
              <a:solidFill>
                <a:srgbClr val="FF0000"/>
              </a:solidFill>
            </a:endParaRPr>
          </a:p>
          <a:p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    "name": "Abel Yohannis"</a:t>
            </a:r>
            <a:endParaRPr lang="en-US" sz="2800">
              <a:solidFill>
                <a:srgbClr val="FF0000"/>
              </a:solidFill>
            </a:endParaRPr>
          </a:p>
          <a:p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  }</a:t>
            </a:r>
            <a:endParaRPr lang="en-US" sz="2800">
              <a:solidFill>
                <a:srgbClr val="FF0000"/>
              </a:solidFill>
            </a:endParaRPr>
          </a:p>
          <a:p>
            <a:pPr algn="l"/>
            <a:r>
              <a:rPr lang="en-US" sz="2800">
                <a:solidFill>
                  <a:srgbClr val="FF0000"/>
                </a:solidFill>
                <a:ea typeface="+mn-lt"/>
                <a:cs typeface="+mn-lt"/>
              </a:rPr>
              <a:t>}</a:t>
            </a:r>
            <a:endParaRPr 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2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59FA-FCFF-2A8E-5ADC-BA688F35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27B6E0-0B57-1B3E-579D-338CEA982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AC70B8-BDD6-DDD1-A41A-6C554B3FA03A}"/>
              </a:ext>
            </a:extLst>
          </p:cNvPr>
          <p:cNvSpPr txBox="1"/>
          <p:nvPr/>
        </p:nvSpPr>
        <p:spPr>
          <a:xfrm>
            <a:off x="469763" y="116975"/>
            <a:ext cx="59082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Aptos"/>
                <a:ea typeface="+mn-lt"/>
                <a:cs typeface="+mn-lt"/>
              </a:rPr>
              <a:t>ERRORS</a:t>
            </a:r>
            <a:endParaRPr lang="en-US" sz="4000" b="1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A5899-5531-8D7C-4DCC-0D957FEE8679}"/>
              </a:ext>
            </a:extLst>
          </p:cNvPr>
          <p:cNvSpPr txBox="1"/>
          <p:nvPr/>
        </p:nvSpPr>
        <p:spPr>
          <a:xfrm>
            <a:off x="252874" y="824908"/>
            <a:ext cx="10815227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Foreign key constraint errors during insertion .</a:t>
            </a:r>
            <a:endParaRPr lang="en-US" sz="28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Issues with JOIN queries initially 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Duplicate data (especially emails) caused errors 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Syntax errors in SQL statements 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Managing relationships between multiple tables.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Errors were resolved through debugging and testing.</a:t>
            </a:r>
            <a:endParaRPr lang="en-US" sz="2800" dirty="0"/>
          </a:p>
          <a:p>
            <a:endParaRPr lang="en-US" sz="28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800" dirty="0"/>
          </a:p>
          <a:p>
            <a:pPr algn="l"/>
            <a:endParaRPr lang="en-US" sz="2800" dirty="0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2800" b="1" dirty="0">
              <a:latin typeface="Bookman Old Style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0A4650B-73EE-05F0-C8FA-53F806645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005916"/>
              </p:ext>
            </p:extLst>
          </p:nvPr>
        </p:nvGraphicFramePr>
        <p:xfrm>
          <a:off x="464344" y="4263390"/>
          <a:ext cx="10325964" cy="2331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62982">
                  <a:extLst>
                    <a:ext uri="{9D8B030D-6E8A-4147-A177-3AD203B41FA5}">
                      <a16:colId xmlns:a16="http://schemas.microsoft.com/office/drawing/2014/main" val="3421406934"/>
                    </a:ext>
                  </a:extLst>
                </a:gridCol>
                <a:gridCol w="5162982">
                  <a:extLst>
                    <a:ext uri="{9D8B030D-6E8A-4147-A177-3AD203B41FA5}">
                      <a16:colId xmlns:a16="http://schemas.microsoft.com/office/drawing/2014/main" val="3526078394"/>
                    </a:ext>
                  </a:extLst>
                </a:gridCol>
              </a:tblGrid>
              <a:tr h="3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Tool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Purpose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798279"/>
                  </a:ext>
                </a:extLst>
              </a:tr>
              <a:tr h="3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MySQL Workbench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Relational database implementation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953074"/>
                  </a:ext>
                </a:extLst>
              </a:tr>
              <a:tr h="3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MongoDB Compass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NoSQL document database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020472"/>
                  </a:ext>
                </a:extLst>
              </a:tr>
              <a:tr h="3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draw.io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ER diagram creation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404870"/>
                  </a:ext>
                </a:extLst>
              </a:tr>
              <a:tr h="3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GitHub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Version control &amp; collaboration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06746"/>
                  </a:ext>
                </a:extLst>
              </a:tr>
              <a:tr h="3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Google Docs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Report writing &amp; formatting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03007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2C894D0-B5C7-3BD8-CD33-969327A23DF6}"/>
              </a:ext>
            </a:extLst>
          </p:cNvPr>
          <p:cNvSpPr txBox="1"/>
          <p:nvPr/>
        </p:nvSpPr>
        <p:spPr>
          <a:xfrm>
            <a:off x="0" y="3655219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     </a:t>
            </a:r>
            <a:r>
              <a:rPr lang="en-US" sz="3600" b="1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Technologies Used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87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91E6-F922-41A7-7543-60F0C170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98B73-1758-81C6-54DE-D149880FC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Book Antiqua"/>
                <a:ea typeface="+mn-lt"/>
                <a:cs typeface="+mn-lt"/>
              </a:rPr>
              <a:t>In conclusion, this project allowed us to solve real-world data management problems while gaining practical experience in database design and implementation. It was also a valuable teamwork journey that strengthened both our technical and </a:t>
            </a:r>
            <a:r>
              <a:rPr lang="en-US" sz="3600">
                <a:latin typeface="Book Antiqua"/>
                <a:ea typeface="+mn-lt"/>
                <a:cs typeface="+mn-lt"/>
              </a:rPr>
              <a:t>collaborative skills.</a:t>
            </a:r>
            <a:endParaRPr lang="en-US" sz="3600"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372818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E13D541-CF59-CFA0-DD0E-3D5C1F6C89B9}"/>
              </a:ext>
            </a:extLst>
          </p:cNvPr>
          <p:cNvSpPr txBox="1"/>
          <p:nvPr/>
        </p:nvSpPr>
        <p:spPr>
          <a:xfrm>
            <a:off x="3303540" y="1099904"/>
            <a:ext cx="7574462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latin typeface="Bookman Old Style"/>
              </a:rPr>
              <a:t>       THANK YOU</a:t>
            </a:r>
            <a:endParaRPr lang="en-US" sz="3600" b="1" dirty="0">
              <a:latin typeface="Bookman Old Style"/>
            </a:endParaRPr>
          </a:p>
          <a:p>
            <a:endParaRPr lang="en-US" sz="3600" b="1" dirty="0">
              <a:latin typeface="Bookman Old Style"/>
            </a:endParaRPr>
          </a:p>
          <a:p>
            <a:endParaRPr lang="en-US" sz="3600" b="1" dirty="0">
              <a:latin typeface="Bookman Old Style"/>
            </a:endParaRPr>
          </a:p>
          <a:p>
            <a:r>
              <a:rPr lang="en-US" sz="3600" b="1">
                <a:latin typeface="Bookman Old Style"/>
              </a:rPr>
              <a:t>        PREPARED BY</a:t>
            </a:r>
            <a:endParaRPr lang="en-US" sz="3600" b="1" dirty="0">
              <a:latin typeface="Bookman Old Style"/>
            </a:endParaRPr>
          </a:p>
          <a:p>
            <a:r>
              <a:rPr lang="en-US" sz="3600" b="1">
                <a:latin typeface="Bookman Old Style"/>
              </a:rPr>
              <a:t>1)ASHENAFI GEBREMEDHIN</a:t>
            </a:r>
            <a:endParaRPr lang="en-US" sz="3600" b="1" dirty="0">
              <a:latin typeface="Bookman Old Style"/>
            </a:endParaRPr>
          </a:p>
          <a:p>
            <a:r>
              <a:rPr lang="en-US" sz="3600" b="1">
                <a:latin typeface="Bookman Old Style"/>
              </a:rPr>
              <a:t>2)ABEL YOHANNIS</a:t>
            </a:r>
            <a:endParaRPr lang="en-US" sz="3600" b="1" dirty="0">
              <a:latin typeface="Bookman Old Style"/>
            </a:endParaRPr>
          </a:p>
          <a:p>
            <a:r>
              <a:rPr lang="en-US" sz="3600" b="1">
                <a:latin typeface="Bookman Old Style"/>
              </a:rPr>
              <a:t>3)BEREKETSIMEGN</a:t>
            </a:r>
            <a:endParaRPr lang="en-US" sz="3600" b="1" dirty="0">
              <a:latin typeface="Bookman Old Style"/>
            </a:endParaRPr>
          </a:p>
          <a:p>
            <a:r>
              <a:rPr lang="en-US" sz="3600" b="1">
                <a:latin typeface="Bookman Old Style"/>
              </a:rPr>
              <a:t>4)DAGMAWIT BINIYAM</a:t>
            </a:r>
            <a:endParaRPr lang="en-US" sz="3600" b="1" dirty="0">
              <a:latin typeface="Bookman Old Style"/>
            </a:endParaRPr>
          </a:p>
          <a:p>
            <a:r>
              <a:rPr lang="en-US" sz="3600" b="1">
                <a:latin typeface="Bookman Old Style"/>
              </a:rPr>
              <a:t>5)EDEN ALEMAYEHU</a:t>
            </a:r>
            <a:endParaRPr lang="en-US" sz="3600" b="1">
              <a:solidFill>
                <a:srgbClr val="000000"/>
              </a:solidFill>
              <a:latin typeface="Bookman Old Style"/>
              <a:ea typeface="+mn-lt"/>
              <a:cs typeface="+mn-lt"/>
            </a:endParaRPr>
          </a:p>
          <a:p>
            <a:r>
              <a:rPr lang="en-US" sz="3600" b="1">
                <a:latin typeface="Bookman Old Style"/>
              </a:rPr>
              <a:t>6)EDILAWIT LEGESE</a:t>
            </a:r>
            <a:endParaRPr lang="en-US" sz="3600" b="1" dirty="0">
              <a:latin typeface="Bookman Old Style"/>
            </a:endParaRPr>
          </a:p>
          <a:p>
            <a:endParaRPr lang="en-US" sz="3600" b="1" dirty="0"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600072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360</cp:revision>
  <dcterms:created xsi:type="dcterms:W3CDTF">2026-05-20T18:03:05Z</dcterms:created>
  <dcterms:modified xsi:type="dcterms:W3CDTF">2026-05-20T19:44:25Z</dcterms:modified>
</cp:coreProperties>
</file>